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99c75da4a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999c75da4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supported by Conant-Ashby Theorem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https://journal.emergentpublications.com/article/the-law-of-requisite-cognitive-capacity-in-human-communication-conflict-resolution-and-cooperation-solicitation/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52af62a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952af62a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952af62a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952af62a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952af62a6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952af62a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952af62a6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952af62a6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96da0bbe9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96da0bbe9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952af62a6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952af62a6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52af62a6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952af62a6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9e611036e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9e611036e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9e611036e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9e611036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6811c114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6811c114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Fund - Knowledge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Fund really refers to a single </a:t>
            </a:r>
            <a:r>
              <a:rPr lang="en-GB"/>
              <a:t>place</a:t>
            </a:r>
            <a:r>
              <a:rPr lang="en-GB"/>
              <a:t> of rest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refers to social collaboration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e611036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e611036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Knowledge Workers and Business Architects contribution to organisational knowledge/information this will be enhanced by Synthetic Intelligence.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Shared knowledge of all agents in the organisations is a model of the environment they are attempting to influence.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832ee22e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832ee22e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Knowledge Workers and Business Architects contribution to organisational knowledge/information this will be enhanced by Synthetic Intelligence.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Shared knowledge of all agents in the </a:t>
            </a: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organisations</a:t>
            </a: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a model of the environment they are </a:t>
            </a: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attempting</a:t>
            </a: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to influence.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952af62a6b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952af62a6b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52af62a6b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52af62a6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Lambda uses Memory x Second as a measuring of cost.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Memory (MB)    Price per 100ms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128      $0.000,000,208,3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512      $0.000,000,833,3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1024    $0.000,001,666,7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1536    $0.000,002,500,0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2048    $0.000,003,333,3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3008    $0.000,004,895,8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Factor    Name     Symbol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1024    yotta    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1021    zetta    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1018    exa    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1015    peta    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1012    tera    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109    giga    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106    mega    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103    kilo    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102    hecto    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101    deka    da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Factor    Name     Symbol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10-1    deci    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10-2    centi    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10-3    milli    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10-6    micro    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10-9    nano    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10-12    pico    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10-15    femto    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10-18    atto   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10-21    zepto    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10-24    yocto    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6da0bbe9d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6da0bbe9d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Lambda uses Memory x Second as a measuring of cost.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Memory (MB)    Price per 100ms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128      $0.000,000,208,3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512      $0.000,000,833,3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1024    $0.000,001,666,7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1536    $0.000,002,500,0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2048    $0.000,003,333,3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3008    $0.000,004,895,8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Factor    Name     Symbol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1024    yotta    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1021    zetta    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1018    exa    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1015    peta    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1012    tera    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109    giga    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106    mega    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103    kilo    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102    hecto    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101    deka    da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Factor    Name     Symbol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10-1    deci    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10-2    centi    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10-3    milli    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10-6    micro    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10-9    nano    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10-12    pico    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10-15    femto    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10-18    atto   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10-21    zepto    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10-24    yocto    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</a:t>
            </a:r>
            <a:r>
              <a:rPr lang="en-GB"/>
              <a:t>Management</a:t>
            </a:r>
            <a:r>
              <a:rPr lang="en-GB"/>
              <a:t> 4.0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Origins</a:t>
            </a:r>
            <a:r>
              <a:rPr lang="en-GB"/>
              <a:t> and Definition of an organisation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5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Cognitive model of an organisation is the model of the environment its trying to influence.</a:t>
            </a:r>
            <a:endParaRPr i="1"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</a:t>
            </a:r>
            <a:r>
              <a:rPr lang="en-GB"/>
              <a:t>Management</a:t>
            </a:r>
            <a:r>
              <a:rPr lang="en-GB"/>
              <a:t> 1.0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Pre 2000’s - awareness of knowledge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Physical Systems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Documents created by humans for humans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 Vaults 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Management 2.0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Pre 2010’s - industrialisation of knowledge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Physical Systems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Documents created by humans for humans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 Vaults</a:t>
            </a:r>
            <a:endParaRPr sz="13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Digital - transition from physical structures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Documents created by humans for humans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 Vaults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Code Vaults - curated by humans for humans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Information Systems curated by humans and machines for human and machine consumption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Document - mechanism to capture structured information to generate documents XML (et al) 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Information - mechanism for machine information consumption (Databases)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Experience - mechanism for human information consumption (Web)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Knowledge - mechanism to capture information into flexible structures (Wiki, Forums)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Artificial Intelligence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Science only</a:t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Management 3.0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Pre</a:t>
            </a:r>
            <a:r>
              <a:rPr lang="en-GB" sz="1700"/>
              <a:t> 2020’s - technology of knowledge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Digital - transition from human to machine consumption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Documents created by humans for humans and machine consumption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 Vaults - curated by humans and machines for human consumption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Code Vaults - curated by humans and machines for machine consumption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Information Systems curated by humans and machines for human and machine consumption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Document - mechanism to capture structured information to generate documents XML (et al) 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Information - mechanism for machine information consumption (Databases, Data)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Experience - mechanism for human information consumption (Web)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Knowledge - mechanism to capture information into flexible structures (Wiki)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Artificial Intelligence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dealing with exponential growth of data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Focus: specific set of actions based on process, input and outputs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Management 4.0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Pre 2030’s - experience of knowledge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Digital </a:t>
            </a:r>
            <a:r>
              <a:rPr lang="en-GB" sz="1700"/>
              <a:t>- scaling machine consumption and serve humans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Documents created by humans for humans and machine consumption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Document Vaults - curated by humans and machines for human consumption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Code Vaults - curated by humans and machines for machine consumption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Information Systems curated by humans and machines for human and machine consumption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Document - mechanism to capture structured information to generate documents XML (et al) 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Information - mechanism for machine information consumption (Databases)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Experience - mechanism for human information consumption (Web)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Knowledge - mechanism to capture information into flexible structures (Wiki)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-GB" sz="1300"/>
              <a:t>Artificial Intelligence</a:t>
            </a:r>
            <a:endParaRPr b="1"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dealing with exponential growth of inputs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Focus specific set of actions based on input and outputs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Quantum Computing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-GB" sz="1300"/>
              <a:t>Synthetic</a:t>
            </a:r>
            <a:r>
              <a:rPr b="1" lang="en-GB" sz="1300"/>
              <a:t> </a:t>
            </a:r>
            <a:r>
              <a:rPr b="1" lang="en-GB" sz="1300"/>
              <a:t>Intelligence</a:t>
            </a:r>
            <a:endParaRPr b="1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Management 4.0 - Focus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Model the organization to for purpose of regulation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Knowledge Management facilitated by system that is able to think and reason on information provided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Knowledge Management supported by Humans and Machines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Enable Co-learning/Self-learning organisations to allow all participants to </a:t>
            </a:r>
            <a:r>
              <a:rPr lang="en-GB" sz="1700"/>
              <a:t>contribute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Provide a consistent </a:t>
            </a:r>
            <a:r>
              <a:rPr lang="en-GB" sz="1700"/>
              <a:t>mechanism</a:t>
            </a:r>
            <a:r>
              <a:rPr lang="en-GB" sz="1700"/>
              <a:t> for communicating knowledge of organisation, </a:t>
            </a:r>
            <a:r>
              <a:rPr lang="en-GB" sz="1700"/>
              <a:t>internally</a:t>
            </a:r>
            <a:r>
              <a:rPr lang="en-GB" sz="1700"/>
              <a:t> and </a:t>
            </a:r>
            <a:r>
              <a:rPr lang="en-GB" sz="1700"/>
              <a:t>externally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Establish a mechanism that would promote good behaviours of contributors by providing long-term/historical feedback loops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Knowledge-Information models that will be used by Synthetic Intelligence to map knowledge generated by external participants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Synthetic</a:t>
            </a:r>
            <a:r>
              <a:rPr lang="en-GB"/>
              <a:t> vs Artificial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Artificial Intelligence is for dealing with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Black Box - can’t explain reasoning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About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Focus: outputs process - </a:t>
            </a:r>
            <a:r>
              <a:rPr lang="en-GB"/>
              <a:t>information</a:t>
            </a:r>
            <a:r>
              <a:rPr lang="en-GB"/>
              <a:t> -&gt; logic -&gt; output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Information is </a:t>
            </a:r>
            <a:r>
              <a:rPr lang="en-GB"/>
              <a:t>unstructured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Logic is used a rule set during analysis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Output is the result of logic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Synthetic Intelligence is for dealing with thought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White Box - i</a:t>
            </a:r>
            <a:r>
              <a:rPr lang="en-GB"/>
              <a:t>nformation</a:t>
            </a:r>
            <a:r>
              <a:rPr lang="en-GB"/>
              <a:t> </a:t>
            </a:r>
            <a:r>
              <a:rPr lang="en-GB"/>
              <a:t>structured</a:t>
            </a:r>
            <a:r>
              <a:rPr lang="en-GB"/>
              <a:t> for reasoning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About Effectiveness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Focus: thought process - information -&gt; navigation -&gt; output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Information is </a:t>
            </a:r>
            <a:r>
              <a:rPr lang="en-GB"/>
              <a:t>structured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Navigation of model relationships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Outputs is the outcome of navigation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Synthetic </a:t>
            </a:r>
            <a:r>
              <a:rPr lang="en-GB"/>
              <a:t>Intelligence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 information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Learning and Navigating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Focus</a:t>
            </a:r>
            <a:r>
              <a:rPr lang="en-GB"/>
              <a:t>: thought process - information -&gt; navigation -&gt; 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Information is structured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Horizontal relationships between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Vertical relationships types with inheritance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Logic is persisted as network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Navigation of model relationships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Process of navigating patterns within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Outputs is the outcome of knowledge navigation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Summarisation of knowledge into view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Co-learning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Provides a mechanism for teaching concepts though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All rules are information based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Fund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400"/>
              <a:t>Networked Knowledge</a:t>
            </a:r>
            <a:endParaRPr i="1" sz="3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Fund - What is it?</a:t>
            </a:r>
            <a:endParaRPr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business taxonomy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Governance enabler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Sustainable administratively, </a:t>
            </a:r>
            <a:r>
              <a:rPr lang="en-GB"/>
              <a:t>contribution</a:t>
            </a:r>
            <a:r>
              <a:rPr lang="en-GB"/>
              <a:t> by whole company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AGI helpers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Collaborative Information Communication platform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Single point of information reference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Conceptual Information model (network taxonomy, multi dimensional, hierarchical and associative categories, NOT “all or nothing”)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Living, breathing, evolving knowledge foundation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Knowledge 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Virtual Organisation - organisational shadow and enabeler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Fund - Virtual Organisation</a:t>
            </a:r>
            <a:endParaRPr/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Virtual Shadow of an organisation that mirrors systems and people</a:t>
            </a:r>
            <a:endParaRPr sz="17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Virtual </a:t>
            </a:r>
            <a:r>
              <a:rPr lang="en-GB" sz="1300"/>
              <a:t>Agents represent each system and human resource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Agents collaborate togethers as systems and humans do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Each agent has a unique knowledge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Agent represent human individual and help that individual to be efficient and effective</a:t>
            </a:r>
            <a:endParaRPr sz="1300"/>
          </a:p>
          <a:p>
            <a:pPr indent="-311150" lvl="2" marL="18288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One of the primary goals for human individuals is to educate Agent with skill that represent their capability, facilitating institutionalisation of </a:t>
            </a:r>
            <a:r>
              <a:rPr lang="en-GB" sz="1300"/>
              <a:t>knowledge</a:t>
            </a:r>
            <a:r>
              <a:rPr lang="en-GB" sz="1300"/>
              <a:t> and ideas</a:t>
            </a:r>
            <a:endParaRPr sz="1300"/>
          </a:p>
          <a:p>
            <a:pPr indent="-311150" lvl="2" marL="18288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Facilitating free flow of ideas and </a:t>
            </a:r>
            <a:r>
              <a:rPr lang="en-GB" sz="1300"/>
              <a:t>perspectives</a:t>
            </a:r>
            <a:r>
              <a:rPr lang="en-GB" sz="1300"/>
              <a:t> in a transparent manner, without bias and judgement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Enables direct measurement of performance and quality of </a:t>
            </a:r>
            <a:r>
              <a:rPr lang="en-GB" sz="1300"/>
              <a:t>contribution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Agents </a:t>
            </a:r>
            <a:r>
              <a:rPr lang="en-GB" sz="1300"/>
              <a:t>enhance</a:t>
            </a:r>
            <a:r>
              <a:rPr lang="en-GB" sz="1300"/>
              <a:t> </a:t>
            </a:r>
            <a:r>
              <a:rPr lang="en-GB" sz="1300"/>
              <a:t>organizational</a:t>
            </a:r>
            <a:r>
              <a:rPr lang="en-GB" sz="1300"/>
              <a:t> ability to listen to its people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Agents allow ideas to be captured and </a:t>
            </a:r>
            <a:r>
              <a:rPr lang="en-GB" sz="1300"/>
              <a:t>attributed</a:t>
            </a:r>
            <a:r>
              <a:rPr lang="en-GB" sz="1300"/>
              <a:t> to </a:t>
            </a:r>
            <a:r>
              <a:rPr lang="en-GB" sz="1300"/>
              <a:t>individuals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Agents enable dealing with social dilemmas, group think, confirmation bias, politicking, etc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Enable analysis of social load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Enable transparent collaboration and research by agents</a:t>
            </a:r>
            <a:endParaRPr sz="1300"/>
          </a:p>
          <a:p>
            <a:pPr indent="-311150" lvl="1" marL="13716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Provide a relationship mechanisms for each human individual</a:t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11700" y="1152475"/>
            <a:ext cx="85206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Deal with Knowledge lock-in to decrease knowledge “walking out the door”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Information </a:t>
            </a:r>
            <a:r>
              <a:rPr lang="en-GB" sz="1500"/>
              <a:t>persistence</a:t>
            </a:r>
            <a:r>
              <a:rPr lang="en-GB" sz="1500"/>
              <a:t> </a:t>
            </a:r>
            <a:r>
              <a:rPr lang="en-GB" sz="1500"/>
              <a:t>standard</a:t>
            </a:r>
            <a:r>
              <a:rPr lang="en-GB" sz="1500"/>
              <a:t>, to decrease myriad of ad-hoc disjointed </a:t>
            </a:r>
            <a:r>
              <a:rPr lang="en-GB" sz="1500"/>
              <a:t>standards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Address information silo’s - provide an evolution growth platform, adjoin additional knowledge components as required without creating new information silos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Enable information based processes - processes around information and lack thereof, how many services are tested? how many use cases are relevant?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Knowledge based processes - enable direction for development of information around organisation, how much do we know about a particular system? Can we identify how much is undocumented?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Administrative time saving, 30-40% if time is spent managing, reformatting, recreating and not finding data.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What is ROI for organising our company?</a:t>
            </a:r>
            <a:endParaRPr sz="1500"/>
          </a:p>
        </p:txBody>
      </p:sp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Fund - Benefits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Fund - Benefits</a:t>
            </a:r>
            <a:endParaRPr/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152475"/>
            <a:ext cx="85206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Ability to share knowledge structures across organisations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Enable </a:t>
            </a:r>
            <a:r>
              <a:rPr lang="en-GB" sz="1500"/>
              <a:t>contribution</a:t>
            </a:r>
            <a:r>
              <a:rPr lang="en-GB" sz="1500"/>
              <a:t> and co-learning to </a:t>
            </a:r>
            <a:r>
              <a:rPr lang="en-GB" sz="1500"/>
              <a:t>knowledge</a:t>
            </a:r>
            <a:r>
              <a:rPr lang="en-GB" sz="1500"/>
              <a:t> by all participants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Provide a </a:t>
            </a:r>
            <a:r>
              <a:rPr lang="en-GB" sz="1500"/>
              <a:t>mechanism</a:t>
            </a:r>
            <a:r>
              <a:rPr lang="en-GB" sz="1500"/>
              <a:t> to expose people to more knowledge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Ability to monetise model-action patterns of organisations</a:t>
            </a:r>
            <a:endParaRPr sz="1500"/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model (perspective) used to derive actions based on information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Unified mechanism for capturing information for actions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Decentralised curation of information though job specific experiences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Value proposition as a feedback loop for reinforcing contribution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Enhanced response to information/knowledge events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Facilitate systemic governance for developing process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Information consistency and consolidation of cognitive model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Employee </a:t>
            </a:r>
            <a:r>
              <a:rPr lang="en-GB" sz="1500"/>
              <a:t>Engagement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Market Outperformance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Market </a:t>
            </a:r>
            <a:r>
              <a:rPr lang="en-GB" sz="1500"/>
              <a:t>Resilience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Fund - Co-learning</a:t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311700" y="1152475"/>
            <a:ext cx="85206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 approach to enable co-learning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Provide a </a:t>
            </a:r>
            <a:r>
              <a:rPr lang="en-GB"/>
              <a:t>mechanisms</a:t>
            </a:r>
            <a:r>
              <a:rPr lang="en-GB"/>
              <a:t>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Persisting knowledge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Using existing </a:t>
            </a:r>
            <a:r>
              <a:rPr lang="en-GB"/>
              <a:t>information</a:t>
            </a:r>
            <a:r>
              <a:rPr lang="en-GB"/>
              <a:t> models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Using new </a:t>
            </a:r>
            <a:r>
              <a:rPr lang="en-GB"/>
              <a:t>information </a:t>
            </a:r>
            <a:r>
              <a:rPr lang="en-GB"/>
              <a:t>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Institutionalise Knowledge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Change to Knowledge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Accessing </a:t>
            </a:r>
            <a:r>
              <a:rPr lang="en-GB"/>
              <a:t>information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List information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Answer</a:t>
            </a:r>
            <a:r>
              <a:rPr lang="en-GB"/>
              <a:t> Questions - questions contribute to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Valuing</a:t>
            </a:r>
            <a:r>
              <a:rPr lang="en-GB"/>
              <a:t> </a:t>
            </a:r>
            <a:r>
              <a:rPr lang="en-GB"/>
              <a:t>Information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Provide reasons for sharing knowledge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“information stake” attribution of information to creator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“</a:t>
            </a:r>
            <a:r>
              <a:rPr lang="en-GB"/>
              <a:t>information</a:t>
            </a:r>
            <a:r>
              <a:rPr lang="en-GB"/>
              <a:t> exchange” </a:t>
            </a:r>
            <a:r>
              <a:rPr lang="en-GB"/>
              <a:t>attribution</a:t>
            </a:r>
            <a:r>
              <a:rPr lang="en-GB"/>
              <a:t> of </a:t>
            </a:r>
            <a:r>
              <a:rPr lang="en-GB"/>
              <a:t>information </a:t>
            </a:r>
            <a:r>
              <a:rPr lang="en-GB"/>
              <a:t>usage to creator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Fund - Information Value</a:t>
            </a:r>
            <a:endParaRPr/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152475"/>
            <a:ext cx="85206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“information stake” attribution of information to creator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Token based </a:t>
            </a:r>
            <a:r>
              <a:rPr lang="en-GB" sz="1300"/>
              <a:t>mechanism</a:t>
            </a:r>
            <a:r>
              <a:rPr lang="en-GB" sz="1300"/>
              <a:t> to track knowledge contribution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As knowledge is created tokens are </a:t>
            </a:r>
            <a:r>
              <a:rPr lang="en-GB" sz="1300"/>
              <a:t>assigned</a:t>
            </a:r>
            <a:r>
              <a:rPr lang="en-GB" sz="1300"/>
              <a:t> per node of contribution</a:t>
            </a:r>
            <a:endParaRPr sz="13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“information exchange” attribution of information usage to creator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Token based exchange </a:t>
            </a:r>
            <a:r>
              <a:rPr lang="en-GB" sz="1300"/>
              <a:t>mechanism</a:t>
            </a:r>
            <a:r>
              <a:rPr lang="en-GB" sz="1300"/>
              <a:t> to track knowledge usage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Processing of information via queries provides </a:t>
            </a:r>
            <a:r>
              <a:rPr lang="en-GB" sz="1300"/>
              <a:t>contribution</a:t>
            </a:r>
            <a:r>
              <a:rPr lang="en-GB" sz="1300"/>
              <a:t> to </a:t>
            </a:r>
            <a:r>
              <a:rPr lang="en-GB" sz="1300"/>
              <a:t>information</a:t>
            </a:r>
            <a:r>
              <a:rPr lang="en-GB" sz="1300"/>
              <a:t> creator</a:t>
            </a:r>
            <a:endParaRPr sz="13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Knowledge Fund Token (KFT)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System specific Token used to track (eg one per co-learning organisation)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Knowledge</a:t>
            </a:r>
            <a:r>
              <a:rPr lang="en-GB" sz="1700"/>
              <a:t> Fund Token (KFT) distribution</a:t>
            </a:r>
            <a:endParaRPr sz="17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300"/>
              <a:t>Creation </a:t>
            </a:r>
            <a:r>
              <a:rPr lang="en-GB" sz="1000">
                <a:solidFill>
                  <a:schemeClr val="dk1"/>
                </a:solidFill>
              </a:rPr>
              <a:t>µ</a:t>
            </a:r>
            <a:r>
              <a:rPr lang="en-GB" sz="1300"/>
              <a:t>KFT (1^-6)</a:t>
            </a:r>
            <a:r>
              <a:rPr lang="en-GB" sz="1300"/>
              <a:t> per “unique node”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“unique node” is a new node in KF after initial seed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Usage nKFT </a:t>
            </a:r>
            <a:r>
              <a:rPr lang="en-GB" sz="1300"/>
              <a:t>(1^-9) </a:t>
            </a:r>
            <a:r>
              <a:rPr lang="en-GB" sz="1300"/>
              <a:t>per use generated though “proof of work” </a:t>
            </a:r>
            <a:r>
              <a:rPr lang="en-GB" sz="1300"/>
              <a:t>on “unique queries”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“unique query” - each query model is persisted and expanded as variation of query added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-GB" sz="1300"/>
              <a:t>“proof of work” - when a navigation process concludes knowledge pathways is analysed and creators of nodes attributed tokens</a:t>
            </a:r>
            <a:endParaRPr sz="13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Fund - Concepts</a:t>
            </a:r>
            <a:endParaRPr/>
          </a:p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311700" y="1152475"/>
            <a:ext cx="85206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“Information Graph”</a:t>
            </a:r>
            <a:endParaRPr sz="1700"/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Nodes that represent information, linked </a:t>
            </a:r>
            <a:r>
              <a:rPr lang="en-GB" sz="1700"/>
              <a:t>together</a:t>
            </a:r>
            <a:r>
              <a:rPr lang="en-GB" sz="1700"/>
              <a:t> in a </a:t>
            </a:r>
            <a:r>
              <a:rPr lang="en-GB" sz="1700"/>
              <a:t>network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“Process”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information graph that represents a process to evaluate information graph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You create processes to provide mechanism to answer questions</a:t>
            </a:r>
            <a:endParaRPr sz="1700"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“Questions” are knowledge</a:t>
            </a:r>
            <a:endParaRPr sz="1700"/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Interpreted into conceptual structure</a:t>
            </a:r>
            <a:endParaRPr sz="1700"/>
          </a:p>
          <a:p>
            <a:pPr indent="-3365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-GB" sz="1700"/>
              <a:t>Linked to “same as” questions</a:t>
            </a:r>
            <a:endParaRPr sz="1700"/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Linked to answer “information graph”</a:t>
            </a:r>
            <a:endParaRPr sz="1700"/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/>
              <a:t>Linked to a “formula” that evaluates the “information graph”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